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7" autoAdjust="0"/>
    <p:restoredTop sz="94660"/>
  </p:normalViewPr>
  <p:slideViewPr>
    <p:cSldViewPr snapToGrid="0">
      <p:cViewPr varScale="1">
        <p:scale>
          <a:sx n="150" d="100"/>
          <a:sy n="150" d="100"/>
        </p:scale>
        <p:origin x="2946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9ECBC15-7608-F602-A1F0-36D4FC9B9C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8FEF49A-BADC-356D-FF98-877624770C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B0E88A1-A6AE-E576-2752-695468F299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50AC13-963F-4DE1-85E5-5811BFC9E9C5}" type="datetimeFigureOut">
              <a:rPr lang="ko-KR" altLang="en-US" smtClean="0"/>
              <a:t>2026-06-26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A5FD98B-EA96-AD44-95DE-821CABA46A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172DAA0-288A-3681-85BC-BE0B44EA16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1FBCE-B912-453A-9448-D63559091E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44044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F2B15F0-7216-FBF8-1C11-3773F35206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AB50D21-8D9F-ECB5-F466-B5DCA9E76A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2C18477-7944-D961-0ECA-328B86B0D7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50AC13-963F-4DE1-85E5-5811BFC9E9C5}" type="datetimeFigureOut">
              <a:rPr lang="ko-KR" altLang="en-US" smtClean="0"/>
              <a:t>2026-06-26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284AD2D-B4F2-3956-9EBF-9783ADCFF2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6403AE4-3796-1DD2-3678-6BDCD986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1FBCE-B912-453A-9448-D63559091E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20024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91F3CB-64EA-28E0-C856-DA5F59AF9F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677E0F8-70A3-1C97-F2A2-293F8E04C2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EB832A1-3866-2F1F-A076-19BAECB834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50AC13-963F-4DE1-85E5-5811BFC9E9C5}" type="datetimeFigureOut">
              <a:rPr lang="ko-KR" altLang="en-US" smtClean="0"/>
              <a:t>2026-06-26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C38F116-4710-9595-450A-8B3E82E5B2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8276F7E-59EE-E054-A378-B93CA788B0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1FBCE-B912-453A-9448-D63559091E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34043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8B194AE-2BF3-26C1-189B-124DC32079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6DCBBB-8C30-3C33-45B9-539ACB67DB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0DF4DAF-F899-6E07-2735-D463B96755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11B999B-2888-CB45-FBF3-3511D07546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50AC13-963F-4DE1-85E5-5811BFC9E9C5}" type="datetimeFigureOut">
              <a:rPr lang="ko-KR" altLang="en-US" smtClean="0"/>
              <a:t>2026-06-26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7B2FDB4-BC29-6370-E5FC-E79E40287C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D5F3CC4-1878-6E56-C1CB-C3EEFB141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1FBCE-B912-453A-9448-D63559091E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93413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1192E6-2EEE-E35F-10D5-FE6CA44375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8E827F2-0A8F-9B85-57B9-B4706363E0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4AD59A2-AD50-548E-B9C5-E1F0D96307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40FB6A1-9AE7-D6DD-47A2-2A5D2577E7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4AD98AA-01F7-0BF3-1408-98A81E0A17D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92FD744-E322-FB9D-6B43-717DEFD027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50AC13-963F-4DE1-85E5-5811BFC9E9C5}" type="datetimeFigureOut">
              <a:rPr lang="ko-KR" altLang="en-US" smtClean="0"/>
              <a:t>2026-06-26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0C009BD9-54DC-200A-AFFF-72816F2652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9CBF35CD-914C-D2EB-0EBA-8217389773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1FBCE-B912-453A-9448-D63559091E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605276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384F28F-9FF3-3EFA-5F3D-FAE559B805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5C6938A4-725C-71A7-114C-F812270461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50AC13-963F-4DE1-85E5-5811BFC9E9C5}" type="datetimeFigureOut">
              <a:rPr lang="ko-KR" altLang="en-US" smtClean="0"/>
              <a:t>2026-06-26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A9A4C39-7EEA-3419-47B7-DC0449998A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917C8A6-355A-5F61-CEC3-D1ED2AA268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1FBCE-B912-453A-9448-D63559091E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079556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F107210-32E0-E0F3-A122-83AAB728D3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50AC13-963F-4DE1-85E5-5811BFC9E9C5}" type="datetimeFigureOut">
              <a:rPr lang="ko-KR" altLang="en-US" smtClean="0"/>
              <a:t>2026-06-26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A3C3709A-A284-F850-2EDF-5003DB8B40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3B734F5-339C-8672-D00E-A3A50F00C8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1FBCE-B912-453A-9448-D63559091E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855658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D5B8B8A-B2F1-EF71-FD60-8C93471999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8DBB928-161C-E87C-AEBD-ED905FA558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23CB73D-4ED6-3A1D-3AFE-A58D126800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E3316AB-E758-3E1A-6F55-E545BBF733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50AC13-963F-4DE1-85E5-5811BFC9E9C5}" type="datetimeFigureOut">
              <a:rPr lang="ko-KR" altLang="en-US" smtClean="0"/>
              <a:t>2026-06-26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061006C-CBB1-CA22-B77B-769699184E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B2E15A8-57F0-EFCF-C75F-91D5BFEF43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1FBCE-B912-453A-9448-D63559091E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991493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36792A2-8A80-7610-1633-914BC3D167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FA4BBF8A-2BB9-B5BA-967A-BC548243B3C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330FC8E-667D-0037-CEAA-E1BFE11A24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B4D5121-AAA1-94BB-86AA-FB2E49C91E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50AC13-963F-4DE1-85E5-5811BFC9E9C5}" type="datetimeFigureOut">
              <a:rPr lang="ko-KR" altLang="en-US" smtClean="0"/>
              <a:t>2026-06-26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9D7E8FE-52C3-5EFB-4618-6E609E970B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C8CB86A-A9EE-01A2-536B-203B277E07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1FBCE-B912-453A-9448-D63559091E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467680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F65F21D-2AAA-5F77-E4CD-C67FC1391A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03FFFEC-442A-5B76-DC8D-D4759FFE43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1F3DC95-9181-8A10-0594-789181B4AC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50AC13-963F-4DE1-85E5-5811BFC9E9C5}" type="datetimeFigureOut">
              <a:rPr lang="ko-KR" altLang="en-US" smtClean="0"/>
              <a:t>2026-06-26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53B4F00-CC16-7A32-0F56-D34C9E8788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9315958-7726-E3C9-6255-4C7A4BD8DB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1FBCE-B912-453A-9448-D63559091E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38161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160AE194-B7A5-2BCC-B8B2-651AEB608E6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BF016AB-F087-33CB-11D0-2A6827357C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D293B4E-1102-87EC-3C83-03D9C23E87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50AC13-963F-4DE1-85E5-5811BFC9E9C5}" type="datetimeFigureOut">
              <a:rPr lang="ko-KR" altLang="en-US" smtClean="0"/>
              <a:t>2026-06-26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976BC67-6C70-A049-A7F6-E1866051CE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068856F-EEC2-9141-7E6B-B016FB92EB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1FBCE-B912-453A-9448-D63559091E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259643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9FB187E9-E892-1867-EC22-56A68BE0B4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5E4EA3D-8A45-E6A4-4762-7B5F9C2E50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62CF581-2808-38F6-05E4-B7B33C9076C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50AC13-963F-4DE1-85E5-5811BFC9E9C5}" type="datetimeFigureOut">
              <a:rPr lang="ko-KR" altLang="en-US" smtClean="0"/>
              <a:t>2026-06-26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55B5FD4-5DDE-5557-00E0-4BCA826834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63BA4CD-BDE2-581A-9A1B-6177E70254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61FBCE-B912-453A-9448-D63559091E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142693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부제목 2">
            <a:extLst>
              <a:ext uri="{FF2B5EF4-FFF2-40B4-BE49-F238E27FC236}">
                <a16:creationId xmlns:a16="http://schemas.microsoft.com/office/drawing/2014/main" id="{76CCA576-4CD6-FA66-4480-FE054EE9D5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96975" y="2121892"/>
            <a:ext cx="9798050" cy="2614216"/>
          </a:xfrm>
        </p:spPr>
        <p:txBody>
          <a:bodyPr>
            <a:normAutofit fontScale="62500" lnSpcReduction="20000"/>
          </a:bodyPr>
          <a:lstStyle/>
          <a:p>
            <a:pPr>
              <a:lnSpc>
                <a:spcPct val="220000"/>
              </a:lnSpc>
            </a:pPr>
            <a:r>
              <a:rPr lang="en-US" altLang="ko-KR" dirty="0"/>
              <a:t>This is a demo file that replaces the original attachment for security reasons.</a:t>
            </a:r>
          </a:p>
          <a:p>
            <a:pPr>
              <a:lnSpc>
                <a:spcPct val="220000"/>
              </a:lnSpc>
            </a:pPr>
            <a:r>
              <a:rPr lang="en-US" altLang="ko-KR" dirty="0"/>
              <a:t>Este es un </a:t>
            </a:r>
            <a:r>
              <a:rPr lang="en-US" altLang="ko-KR" dirty="0" err="1"/>
              <a:t>archivo</a:t>
            </a:r>
            <a:r>
              <a:rPr lang="en-US" altLang="ko-KR" dirty="0"/>
              <a:t> de </a:t>
            </a:r>
            <a:r>
              <a:rPr lang="en-US" altLang="ko-KR" dirty="0" err="1"/>
              <a:t>demostración</a:t>
            </a:r>
            <a:r>
              <a:rPr lang="en-US" altLang="ko-KR" dirty="0"/>
              <a:t> </a:t>
            </a:r>
            <a:r>
              <a:rPr lang="en-US" altLang="ko-KR" dirty="0" err="1"/>
              <a:t>que</a:t>
            </a:r>
            <a:r>
              <a:rPr lang="en-US" altLang="ko-KR" dirty="0"/>
              <a:t> </a:t>
            </a:r>
            <a:r>
              <a:rPr lang="en-US" altLang="ko-KR" dirty="0" err="1"/>
              <a:t>reemplaza</a:t>
            </a:r>
            <a:r>
              <a:rPr lang="en-US" altLang="ko-KR" dirty="0"/>
              <a:t> </a:t>
            </a:r>
            <a:r>
              <a:rPr lang="en-US" altLang="ko-KR" dirty="0" err="1"/>
              <a:t>el</a:t>
            </a:r>
            <a:r>
              <a:rPr lang="en-US" altLang="ko-KR" dirty="0"/>
              <a:t> </a:t>
            </a:r>
            <a:r>
              <a:rPr lang="en-US" altLang="ko-KR" dirty="0" err="1"/>
              <a:t>archivo</a:t>
            </a:r>
            <a:r>
              <a:rPr lang="en-US" altLang="ko-KR" dirty="0"/>
              <a:t> </a:t>
            </a:r>
            <a:r>
              <a:rPr lang="en-US" altLang="ko-KR" dirty="0" err="1"/>
              <a:t>adjunto</a:t>
            </a:r>
            <a:r>
              <a:rPr lang="en-US" altLang="ko-KR" dirty="0"/>
              <a:t> original </a:t>
            </a:r>
            <a:r>
              <a:rPr lang="en-US" altLang="ko-KR" dirty="0" err="1"/>
              <a:t>por</a:t>
            </a:r>
            <a:r>
              <a:rPr lang="en-US" altLang="ko-KR" dirty="0"/>
              <a:t> </a:t>
            </a:r>
            <a:r>
              <a:rPr lang="en-US" altLang="ko-KR" dirty="0" err="1"/>
              <a:t>razones</a:t>
            </a:r>
            <a:r>
              <a:rPr lang="en-US" altLang="ko-KR" dirty="0"/>
              <a:t> de </a:t>
            </a:r>
            <a:r>
              <a:rPr lang="en-US" altLang="ko-KR" dirty="0" err="1"/>
              <a:t>seguridad</a:t>
            </a:r>
            <a:r>
              <a:rPr lang="en-US" altLang="ko-KR" dirty="0"/>
              <a:t>.</a:t>
            </a:r>
          </a:p>
          <a:p>
            <a:pPr>
              <a:lnSpc>
                <a:spcPct val="220000"/>
              </a:lnSpc>
            </a:pPr>
            <a:r>
              <a:rPr lang="en-US" altLang="ko-KR" dirty="0"/>
              <a:t>Ce </a:t>
            </a:r>
            <a:r>
              <a:rPr lang="en-US" altLang="ko-KR" dirty="0" err="1"/>
              <a:t>fichier</a:t>
            </a:r>
            <a:r>
              <a:rPr lang="en-US" altLang="ko-KR" dirty="0"/>
              <a:t> de </a:t>
            </a:r>
            <a:r>
              <a:rPr lang="en-US" altLang="ko-KR" dirty="0" err="1"/>
              <a:t>démonstration</a:t>
            </a:r>
            <a:r>
              <a:rPr lang="en-US" altLang="ko-KR" dirty="0"/>
              <a:t> </a:t>
            </a:r>
            <a:r>
              <a:rPr lang="en-US" altLang="ko-KR" dirty="0" err="1"/>
              <a:t>remplace</a:t>
            </a:r>
            <a:r>
              <a:rPr lang="en-US" altLang="ko-KR" dirty="0"/>
              <a:t> la pièce </a:t>
            </a:r>
            <a:r>
              <a:rPr lang="en-US" altLang="ko-KR" dirty="0" err="1"/>
              <a:t>jointe</a:t>
            </a:r>
            <a:r>
              <a:rPr lang="en-US" altLang="ko-KR" dirty="0"/>
              <a:t> </a:t>
            </a:r>
            <a:r>
              <a:rPr lang="en-US" altLang="ko-KR" dirty="0" err="1"/>
              <a:t>d'origine</a:t>
            </a:r>
            <a:r>
              <a:rPr lang="en-US" altLang="ko-KR" dirty="0"/>
              <a:t> pour des raisons de sécurité.</a:t>
            </a:r>
          </a:p>
          <a:p>
            <a:pPr>
              <a:lnSpc>
                <a:spcPct val="220000"/>
              </a:lnSpc>
            </a:pPr>
            <a:r>
              <a:rPr lang="ko-KR" altLang="en-US" dirty="0"/>
              <a:t>이 파일은 보안상의 이유로 실제 첨부파일을 대체한 데모 파일입니다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162899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56</Words>
  <Application>Microsoft Office PowerPoint</Application>
  <PresentationFormat>와이드스크린</PresentationFormat>
  <Paragraphs>4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성환 정</dc:creator>
  <cp:lastModifiedBy>성환 정</cp:lastModifiedBy>
  <cp:revision>2</cp:revision>
  <dcterms:created xsi:type="dcterms:W3CDTF">2026-06-26T06:52:48Z</dcterms:created>
  <dcterms:modified xsi:type="dcterms:W3CDTF">2026-06-26T07:12:18Z</dcterms:modified>
</cp:coreProperties>
</file>